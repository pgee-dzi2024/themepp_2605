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54605-55D4-4E23-90C8-AD482CC8543E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187EAD-EC98-4B70-B0B6-C5CFC1425A7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447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Уважаеми гости,</a:t>
            </a:r>
          </a:p>
          <a:p>
            <a:r>
              <a:rPr lang="ru-RU" dirty="0" smtClean="0"/>
              <a:t>Казвам се Александър Кулин и ще ви представя моя дипломен проект на тема:</a:t>
            </a:r>
          </a:p>
          <a:p>
            <a:r>
              <a:rPr lang="ru-RU" dirty="0" smtClean="0"/>
              <a:t>„Анализ на емоции в текст чрез обработка на естествен език“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2446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съвременния дигитален свят хората постоянно създават текст – коментари, мнения, ревюта и съобщения. Тази информация е изключително ценна, защото показва какво мислят и чувстват потребителите.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34693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Ръчното анализиране на толкова голям обем текст е трудно, затова се използват технологии от изкуствения интелект. Една от тях е обработката на естествен език, която позволява на компютрите да разбират човешкия език.</a:t>
            </a:r>
            <a:endParaRPr lang="bg-B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523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 проект представлява уеб приложение, което анализира въведен текст и автоматично определя неговата емоционална насоченост.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може да разпознае дали даден текст е позитивен, негативен или неутрален, което я прави полезна при анализ на мнения и отзиви.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755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Работата на приложението започва от потребителя, който въвежда текст. Този текст се изпраща към сървъра, където преминава през няколко етапа.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Първо се извършва предварителна обработка – текстът се почиства и подготвя. След това се разделя на отделни елементи чрез токенизация.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се прилага класификация, при която системата определя към коя категория принадлежи текстът.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187EAD-EC98-4B70-B0B6-C5CFC1425A7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52319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34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9492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51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05139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11009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4582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862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8590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4430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506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94793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D2D7101-39F5-43AF-A214-156FBC31505C}" type="datetimeFigureOut">
              <a:rPr lang="bg-BG" smtClean="0"/>
              <a:t>28.4.2026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F9C7B1F-86D8-411D-B452-B59FDE0172C0}" type="slidenum">
              <a:rPr lang="bg-BG" smtClean="0"/>
              <a:t>‹#›</a:t>
            </a:fld>
            <a:endParaRPr lang="bg-B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18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3625" y="-667176"/>
            <a:ext cx="10058400" cy="3566160"/>
          </a:xfrm>
        </p:spPr>
        <p:txBody>
          <a:bodyPr>
            <a:noAutofit/>
          </a:bodyPr>
          <a:lstStyle/>
          <a:p>
            <a:r>
              <a:rPr lang="ru-RU" sz="3600" dirty="0"/>
              <a:t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a:t>
            </a:r>
            <a:endParaRPr lang="bg-BG" sz="3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8106" y="4447231"/>
            <a:ext cx="10058400" cy="11430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T</a:t>
            </a:r>
            <a:r>
              <a:rPr lang="ru-RU" dirty="0" smtClean="0"/>
              <a:t>ема </a:t>
            </a:r>
            <a:r>
              <a:rPr lang="ru-RU" dirty="0"/>
              <a:t>: „Анализ на емоции в текст чрез обработка на естествен език</a:t>
            </a:r>
            <a:r>
              <a:rPr lang="ru-RU" dirty="0" smtClean="0"/>
              <a:t>“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Дипломант: Александър Кулин</a:t>
            </a:r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1" y="446437"/>
            <a:ext cx="1203910" cy="155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036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b="1" dirty="0" smtClean="0"/>
              <a:t>Проблемът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Всеки ден хората създават огромни количества </a:t>
            </a:r>
            <a:r>
              <a:rPr lang="ru-RU" dirty="0" smtClean="0"/>
              <a:t>текст</a:t>
            </a:r>
            <a:r>
              <a:rPr lang="en-US" dirty="0" smtClean="0"/>
              <a:t>:</a:t>
            </a:r>
          </a:p>
          <a:p>
            <a:endParaRPr lang="ru-RU" dirty="0"/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Коментари в социални мрежи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Продуктови ревюта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ru-RU" dirty="0"/>
              <a:t>Онлайн мнения и </a:t>
            </a:r>
            <a:r>
              <a:rPr lang="ru-RU" dirty="0" smtClean="0"/>
              <a:t>отзиви</a:t>
            </a:r>
            <a:endParaRPr lang="en-US" dirty="0" smtClean="0"/>
          </a:p>
          <a:p>
            <a:pPr marL="0" indent="0">
              <a:buNone/>
            </a:pPr>
            <a:endParaRPr lang="ru-RU" dirty="0"/>
          </a:p>
          <a:p>
            <a:r>
              <a:rPr lang="ru-RU" b="1" dirty="0"/>
              <a:t>Ръчният анализ е </a:t>
            </a:r>
            <a:r>
              <a:rPr lang="ru-RU" b="1" dirty="0" smtClean="0"/>
              <a:t>невъзможен</a:t>
            </a:r>
            <a:r>
              <a:rPr lang="en-US" b="1" dirty="0" smtClean="0"/>
              <a:t>.</a:t>
            </a:r>
            <a:endParaRPr lang="ru-RU" dirty="0"/>
          </a:p>
          <a:p>
            <a:endParaRPr lang="bg-BG" dirty="0"/>
          </a:p>
        </p:txBody>
      </p:sp>
      <p:pic>
        <p:nvPicPr>
          <p:cNvPr id="1025" name="Picture 1" descr="https://cdn.gamma.app/mdafqexn76joahg/generated-images/D7GH914NOKxBzlU9KoFwB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451" y="2582370"/>
            <a:ext cx="4268456" cy="2987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0393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естествен език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85767" y="2086252"/>
            <a:ext cx="8281426" cy="372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806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Моят проект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813" y="1972449"/>
            <a:ext cx="7906404" cy="39055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8575" y="2217050"/>
            <a:ext cx="6096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Уеб приложение за анализ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Приема произволен текст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Анализира съдържанието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Определя емоционална тоналност</a:t>
            </a:r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 smtClean="0"/>
          </a:p>
          <a:p>
            <a:r>
              <a:rPr lang="ru-RU" b="1" dirty="0" smtClean="0"/>
              <a:t>Три категории:</a:t>
            </a:r>
            <a:endParaRPr lang="ru-RU" dirty="0" smtClean="0"/>
          </a:p>
          <a:p>
            <a:r>
              <a:rPr lang="ru-RU" dirty="0" smtClean="0"/>
              <a:t>😊 Позитивна</a:t>
            </a:r>
            <a:br>
              <a:rPr lang="ru-RU" dirty="0" smtClean="0"/>
            </a:br>
            <a:r>
              <a:rPr lang="ru-RU" dirty="0" smtClean="0"/>
              <a:t>😐 Неутрална</a:t>
            </a:r>
            <a:br>
              <a:rPr lang="ru-RU" dirty="0" smtClean="0"/>
            </a:br>
            <a:r>
              <a:rPr lang="ru-RU" dirty="0" smtClean="0"/>
              <a:t>😡 Негативна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339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Как работи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15631" y="2195281"/>
            <a:ext cx="7621064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461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емоции</a:t>
            </a:r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63050"/>
            <a:ext cx="4353533" cy="414395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94084" y="2207411"/>
            <a:ext cx="4582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„Много добър продукт" → </a:t>
            </a:r>
            <a:r>
              <a:rPr lang="ru-RU" b="1" dirty="0" smtClean="0"/>
              <a:t>Позитив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5794084" y="3565694"/>
            <a:ext cx="53615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„Нямам мнение за продукта" → </a:t>
            </a:r>
            <a:r>
              <a:rPr lang="ru-RU" b="1" dirty="0" smtClean="0"/>
              <a:t>Неутрален</a:t>
            </a:r>
            <a:endParaRPr lang="ru-RU" dirty="0"/>
          </a:p>
        </p:txBody>
      </p:sp>
      <p:sp>
        <p:nvSpPr>
          <p:cNvPr id="7" name="Rectangle 6"/>
          <p:cNvSpPr/>
          <p:nvPr/>
        </p:nvSpPr>
        <p:spPr>
          <a:xfrm>
            <a:off x="5794084" y="4923977"/>
            <a:ext cx="41837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Пример:</a:t>
            </a:r>
            <a:r>
              <a:rPr lang="ru-RU" dirty="0" smtClean="0"/>
              <a:t> „Ужасен продкут" → </a:t>
            </a:r>
            <a:r>
              <a:rPr lang="ru-RU" b="1" dirty="0" smtClean="0"/>
              <a:t>Негативен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5149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119</TotalTime>
  <Words>338</Words>
  <Application>Microsoft Office PowerPoint</Application>
  <PresentationFormat>Widescreen</PresentationFormat>
  <Paragraphs>46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Retrospect</vt:lpstr>
      <vt:lpstr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vt:lpstr>
      <vt:lpstr>Проблемът</vt:lpstr>
      <vt:lpstr>Обработка на естествен език</vt:lpstr>
      <vt:lpstr>Моят проект</vt:lpstr>
      <vt:lpstr>Как работи системата</vt:lpstr>
      <vt:lpstr>Анализ на емоции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професиятапо професия код 481030 „Приложен програмист”специалност код 4810301 „Приложно програмиране"</dc:title>
  <dc:creator>Admin</dc:creator>
  <cp:lastModifiedBy>Admin</cp:lastModifiedBy>
  <cp:revision>7</cp:revision>
  <dcterms:created xsi:type="dcterms:W3CDTF">2026-04-28T08:25:13Z</dcterms:created>
  <dcterms:modified xsi:type="dcterms:W3CDTF">2026-04-28T10:24:16Z</dcterms:modified>
</cp:coreProperties>
</file>